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DITTO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200" kern="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Studio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AI system for building and simulating personality-grounded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personas from raw chat history.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Study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(LLMs)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of LLMs opened new possibilities for NLU and generation. A key emerging application is personality simulation — prompting AI to mimic a specific person's communication style based on their past messages.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LLM responses by first retrieving semantically relevant documents from a vector database and injecting them into the prompt — grounding output in real evidence rather than hallucination.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08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5844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into dense numerical representations that capture semantic meaning. Similar texts cluster together in embedding space, enabling retrieval of the most contextually relevant messages via cosine similarity.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&amp; ChromaDB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844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local inference runtime for LLaMA 3 — fully offline on consumer hardware. ChromaDB: open-source embeddable vector database suited for RAG pipelines. Together they enable a fully local, privacy-preserving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 and persona systems typically require: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201168" cy="2011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annotated datasets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20824"/>
            <a:ext cx="201168" cy="2011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84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APIs that expose private conversations to third-party servers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201168" cy="2011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prompt engineering per person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09544"/>
            <a:ext cx="201168" cy="2011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72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Re-training or fine-tuning of models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886200"/>
            <a:ext cx="64008" cy="10515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5935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accessible, local tool that allows a user to upload a raw WhatsApp-style chat export, automatically extract a structured personality profile, store conversational memories, and simulate responses in the style of a chosen participant — all without sending data to the cloud.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Project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95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WhatsApp-format plain-text chat exports and extract per-author message sets.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206240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595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derive a structured PersonalityProfile (tone, style, vocabulary, sentiment, etc.) using an LLM prompt via Ollama.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4206240" cy="2926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311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5420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all persona messages and store them in ChromaDB for semantic memory retrieval.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4206240" cy="2926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311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5420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natural-language replies to new user messages, grounded in the extracted profile and top-K retrieved memories.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4206240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027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136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intuitive, browser-based UI that requires no command-line interaction beyond starting local services.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4206240" cy="2926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027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1363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entire pipeline offline and private — no cloud APIs, no telemetry.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chatbots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or cloud-fine-tuned models (CharacterAI, GPT custom instructions)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analysis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users export and read logs themselves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 in most consumer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Cloud-dependent; chat data transmitted to external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API keys, subscriptions, or ML expertise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Drawbacks of Existing Systems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361188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risk: raw personal conversations sent to third-party servers.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personality extraction from individual message history.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memory — replies are not grounded in real past conversations.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 to entry (fine-tuning, API costs).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DITTO is a local-first, RAG-powered digital twin studio consisting of: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5029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Web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3990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 for uploading exports, selecting personas, and simulating replies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01952"/>
            <a:ext cx="54864" cy="5029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Parser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97510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WhatsApp-format exports (date, time, author, content) and normalises timestamps to ISO format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8412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78024"/>
            <a:ext cx="54864" cy="5029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51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Extractor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55117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Ollama/LLaMA 3 to produce a structured JSON profile covering tone, style, phrases, sentiment, vocabulary, and relationship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8412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54096"/>
            <a:ext cx="54864" cy="5029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Memory 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1272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nomic-embed-text embeds all persona messages for top-K semantic retrieval at chat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30168"/>
            <a:ext cx="84124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30168"/>
            <a:ext cx="54864" cy="5029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3703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 persona-grounded prompt from profile + retrieved context, then calls Ollama to generate a reply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159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Fully local — no data leaves the machine  •  No fine-tuning required  •  Structured, inspectable JSON profiles  •  RAG-grounded replies  •  Extensible via environment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Chat Parser  ·  lib/chat-parser.ts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Format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raw WhatsApp-exported .txt files line by line using regex: DD/MM/YY, H:MM [am/pm] - Author: Message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64008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Multi-line Messages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multi-line messages — continuation lines are appended to the previous record automatically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64008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Filtering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noise lines: &lt;Media omitted&gt;, encryption notices, and blank lines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64008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286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Normalisation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6700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all timestamps to YYYY-MM-DD HH:MM (24-hour ISO format)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57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0416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SHA-1 ID per message for stable deduplication across re-uploads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2062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64008" cy="12344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657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Functions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40416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parseChatHistory  ·  getPersonaMessages  ·  getAverageWordsPerMessage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Personality Extractor  ·  lib/personality.ts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85800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23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the first 80 messages of a persona to stay within the LLM context window limits.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64208"/>
            <a:ext cx="685800" cy="713232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6420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Hints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top-8 frequent words (≥3 chars, appearing &gt;1 time) from sampled messages as phrase hints.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8595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9736"/>
            <a:ext cx="685800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5973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Prompt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8254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structured prompt to Ollama requesting a JSON object with 8 fields: tone, communicationStyle, responseLength, commonPhrases, sentiment, vocabularyPatterns, relationshipSignals, notes.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8595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55264"/>
            <a:ext cx="685800" cy="713232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5526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Extraction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6210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JSON block from the raw LLM response using brace-matching to handle any surrounding prose or commentary.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050792"/>
            <a:ext cx="8595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50792"/>
            <a:ext cx="685800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5079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416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to a default profile if JSON extraction fails, ensuring the pipeline never crashes.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Ollama Client  ·  lib/ollama.ts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HTTP wrapper around the Ollama REST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1143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generateWithOllama(prompt)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/api/generate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Ollama with LLaMA 3 at temperature 0.7. Returns the raw generated text string.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143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embedWithOllama(texts[])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/api/embed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an array of strings using nomic-embed-text. Supports both embeddings[] and legacy embedding response shapes for compatibility.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via Environment Variables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38912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OLLAMA_URL — Ollama server address (default: http://127.0.0.1:11434)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OLLAMA_MODEL — Generation model name (default: llama3)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OLLAMA_EMBED_MODEL — Embedding model name (default: nomic-embed-text)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Chroma Memory Store  ·  lib/chroma.ts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ditto_memories_v2 ChromaDB collection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13716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storePersonaMemories(messages, personaName)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Upserts all persona messages as embeddings into the collection. Stores author, timestamp, and personaName as metadata. Each vector ID is keyed as personaName:sha1_of_message for stable deduplication.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8412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880360"/>
            <a:ext cx="64008" cy="13716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queryPersonaMemories(message, personaName, 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incoming user message, queries ChromaDB with a where filter on personaName, and returns the top-K results with distance scores. Used to build the retrieved context for the simulation prompt.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Collection: ditto_memories_v2  ·  Embedding: nomic-embed-text  ·  Config: CHROMA_URL env var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API Routes  ·  app/api/personas/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965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329184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/api/personas  —  Create Persona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 body (personaName, chatHistory)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chat, filters to persona messages, computes summary stats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personality extractor and memory store in sequence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CreatePersonaResponse with full persona record and stored memory count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859536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26080"/>
            <a:ext cx="8595360" cy="32918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/api/personas/chat  —  Chat Simulation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 body (personaName, message, profile)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top-5 semantic memories from ChromaDB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simulation prompt combining the personality profile and retrieved context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Ollama for generation and returns the reply with retrieved memories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6: UI — Ditto Studio  ·  components/ditto-studio.tsx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React component with six visual sections: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347472" cy="34747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307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feature highlights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298448"/>
            <a:ext cx="347472" cy="347472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307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Status Card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71907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display of stack components: Next.js, Ollama, Chroma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420624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60320"/>
            <a:ext cx="347472" cy="347472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25694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Persona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98094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upload, format validation, speaker detection radio group, chat preview, and persona creation trigger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420624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2560320"/>
            <a:ext cx="347472" cy="34747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5694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Simulation Panel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98094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input, simulate button, and a chat-bubble conversation thread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420624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822192"/>
            <a:ext cx="347472" cy="347472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8313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Profile Panel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24281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 and raw JSON profile viewer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712464"/>
            <a:ext cx="420624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3822192"/>
            <a:ext cx="347472" cy="347472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8313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Context Panel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24281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Per-memory cards with author, timestamp, and distance badges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16052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/ 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(App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v14+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+ React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shadcn/ui (Radix + Tailwind)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LLM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stable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 (llama3)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via Ollama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nomic-embed-text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Ollama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v0.5+ (REST API)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npm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v18+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/ pnpm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 &amp; Hardware Requirements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169164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OLLAMA_URL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http://127.0.0.1:11434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 server address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OLLAMA_MODEL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Generation model 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OLLAMA_EMBED_MODEL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nomic-embed-text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Embedding model 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CHROMA_URL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http://127.0.0.1:8000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ChromaDB server address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 (Minimum)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37560"/>
          <a:ext cx="859536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4-core x86-64 (Apple Silicon supported)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(16 GB recommended for LLaMA 3 8B)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 free (model weights + ChromaDB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10/11, macOS 12+, or Linux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— CUDA/Metal acceleration speeds inference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Persona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850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.txt chat export file via browser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8595360" cy="521208"/>
          </a:xfrm>
          <a:prstGeom prst="rect">
            <a:avLst/>
          </a:prstGeom>
          <a:solidFill>
            <a:srgbClr val="E5E5E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1645920" cy="5212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7160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Parser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4447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parse each line → ChatMessage[]  ·  Filter noise, normalise timestamps  ·  Filter by selected personaName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6596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Extractor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039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first 80 messages  ·  Compute top-8 frequent words  ·  Build LLM prompt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8595360" cy="521208"/>
          </a:xfrm>
          <a:prstGeom prst="rect">
            <a:avLst/>
          </a:prstGeom>
          <a:solidFill>
            <a:srgbClr val="E5E5E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60320"/>
            <a:ext cx="1645920" cy="5212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0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— LLaMA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6334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JSON PersonalityProfile  ·  Extract JSON block via brace-matching  ·  Validate &amp; fill fallback fields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5468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5468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2278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all persona messages → float[][] vectors (768 dimensions per message)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521208"/>
          </a:xfrm>
          <a:prstGeom prst="rect">
            <a:avLst/>
          </a:prstGeom>
          <a:solidFill>
            <a:srgbClr val="E5E5E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49040"/>
            <a:ext cx="1645920" cy="5212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490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38221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vectors with metadata: author, timestamp, personaName into ditto_memories_v2 collection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34340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34340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→ 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4416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PersonaRecord + storedMemories count  ·  Display profile JSON + summary stats in browser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Chat Simulation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850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message in the Chat Simulation panel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8595360" cy="521208"/>
          </a:xfrm>
          <a:prstGeom prst="rect">
            <a:avLst/>
          </a:prstGeom>
          <a:solidFill>
            <a:srgbClr val="E5E5E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1645920" cy="5212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7160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/chat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4447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Receive: personaName, message, profile  ·  Validate request body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6596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039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user message → query vector (768 dimensions)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8595360" cy="521208"/>
          </a:xfrm>
          <a:prstGeom prst="rect">
            <a:avLst/>
          </a:prstGeom>
          <a:solidFill>
            <a:srgbClr val="E5E5E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60320"/>
            <a:ext cx="1645920" cy="5212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0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Query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6334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personaName  ·  Return top-5 nearest memories: id, content, author, timestamp, distance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5468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5468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Builder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2278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Compose: "You are &lt;name&gt;. Personality: &lt;profile JSON&gt;. Past context: &lt;memories&gt;. User: &lt;message&gt;"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521208"/>
          </a:xfrm>
          <a:prstGeom prst="rect">
            <a:avLst/>
          </a:prstGeom>
          <a:solidFill>
            <a:srgbClr val="E5E5E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49040"/>
            <a:ext cx="1645920" cy="5212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490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— LLaMA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38221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reply at temperature 0.7 grounded in the persona profile and retrieved context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5212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343400"/>
            <a:ext cx="1645920" cy="5212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34340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→ 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4416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reply chat bubble  ·  Display retrieved memory cards with cosine distance scores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Flowchart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module view of the DITTO pipeline across the frontend, API routes, parsing, profile extraction, embeddings, vector memory, and reply generation.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ocs/PROJECT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1207008"/>
            <a:ext cx="2980944" cy="34381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7365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Flowchart source: docs/PROJECT_FLOWCHART.mmd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Design: ChromaDB Collection  ·  ditto_memories_v2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DITTO uses ChromaDB (a vector database) rather than a relational database. Data is stored in a collection rather than SQL tables. The logical schema is described below: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26060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record key: {personaName}:{sha1_of_raw_line}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nomic-embed-text vector (768 dimensions)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message content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metadata.personaName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persona this memory belongs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metadata.author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chat author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metadata.timestamp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ISO-style timestamp (YYYY-MM-DD HH:MM)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4023360"/>
            <a:ext cx="64008" cy="8229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0690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Vector IDs use the format personaName:sha1 to support multi-persona collections in a single ChromaDB instance. Metadata filtering via where clause restricts queries to the selected persona only.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Data Structures — ChatMessage &amp; PersonalityProfile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ChatMessage — Parsed message unit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187452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5669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SHA-1 hash of the raw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timestamp (YYYY-MM-DD HH:MM)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name extracted from chat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 message body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unmodified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127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PersonalityProfile — LLM-extracted persona profile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93008"/>
          <a:ext cx="8595360" cy="1572768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548640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conversational tone (e.g. "casual and warm")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communicationStyle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person structures 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responseLength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length pattern (short / medium / long)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commonPhrases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Frequently used words or expressions (up to 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emotional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 word choices (up to 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relationshipSignals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 of social dynamics (up to 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LLM observations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Data Structures — API Types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PersonaSummary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416052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9659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speaker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persona 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averageWordsPerMessage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word count per 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sourceAuthors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unique authors in the full chat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RetrievedMemory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98648"/>
          <a:ext cx="4160520" cy="1673352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920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document 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message author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timestamp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|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distance from query vector (lower = more similar)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CreatePersonaResponse</a:t>
            </a:r>
            <a:endParaRPr lang="en-US" sz="12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160520" cy="13716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25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persona.summary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PersonaSummary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statistics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persona.profile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PersonalityProfile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JSON 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persona.sampleMessages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ChatMessage[]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6 persona messages (preview)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storedMemories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vectors upserted to ChromaDB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663440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ChatSimulationResponse</a:t>
            </a:r>
            <a:endParaRPr lang="en-US" sz="120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035808"/>
          <a:ext cx="4160520" cy="82296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325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LLM-generated persona reply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RetrievedMemory[]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memories used to ground the reply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Development Environment Setup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16.1.7 (App Router) + React 19.2.4 + TypeScript throughout. Dev server runs with Turbopack (next dev --turbopack) for fast incremental builds.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 Services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9903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serves llama3 (generation) and nomic-embed-text (embedding) at http://127.0.0.1:11434. ChromaDB — vector REST server at http://127.0.0.1:8000, storing data in the chroma/ directory.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08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Configuration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54787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declared as serverExternalPackage in next.config.mjs to prevent client-side bundling. All service URLs configurable via environment variables with local defaults.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20624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64008" cy="18745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— Turbopack dev server  •  build — production build  •  typecheck — tsc --noEmit  •  format — Prettier with Tailwind plugin  •  lint — ESLint with Next.js config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Chat Parser  ·  lib/chat-parser.ts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raw WhatsApp .txt exports line by line using a single regex. Non-matching lines are treated as message continuations.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685800" cy="7772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62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Normalisation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2-digit years → 4-digit (YY → 20YY). Reformats dates to YYYY-MM-DD. Converts 12-hour AM/PM to 24-hour, handling am / a.m / AM / A.M variants.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85416"/>
            <a:ext cx="85953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85416"/>
            <a:ext cx="685800" cy="7772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85416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Filtering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blank lines, &lt;Media omitted&gt; entries, and WhatsApp system notices (end-to-end encryption banners, group change notices).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72384"/>
            <a:ext cx="85953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72384"/>
            <a:ext cx="685800" cy="777240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7238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ID Generation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SHA-1 to each raw line to produce a deterministic message ID — used as the ChromaDB upsert key so re-uploads never create duplicate vectors.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85953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59352"/>
            <a:ext cx="685800" cy="7772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5935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Exports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51560" y="43525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getPersonaMessages — case-insensitive author filter.  getAverageWordsPerMessage — mean word count rounded to 1 decimal place.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Personality Extractor  ·  lib/personality.ts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41732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Statistical Pre-processing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Word-frequency pass over all persona messages identifies the top-8 words with length ≥ 3 and occurrence &gt; 1. These are injected into the LLM prompt as concrete phrase hints, steering the model toward observable vocabulary rather than generic descriptions.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859536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77440"/>
            <a:ext cx="64008" cy="141732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441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LLM-based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8163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80 messages are formatted into a structured prompt instructing Ollama/LLaMA 3 to return a strict JSON object with 8 fields: tone, communicationStyle, responseLength, commonPhrases, sentiment, vocabularyPatterns, relationshipSignals, notes. The raw output is parsed by a brace-matching extractor that isolates the JSON block even when the model wraps it in prose.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00507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JSON extraction fails, a default profile pre-populated with the phrase hints is returned — the pipeline never crashes due to a malformed LLM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Ollama Client &amp; Chroma Memory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lib/ollama.ts — Thin HTTP wrapper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61288"/>
            <a:ext cx="8595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61288"/>
            <a:ext cx="54864" cy="7498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generateWithOllama(prompt)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  ·  stream: false  ·  temperature 0.7  ·  cache: no-store to prevent stale outputs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54864" cy="7498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93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embedWithOllama(texts[])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2441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/api/embed  ·  Handles both embeddings[] (current) and embedding (legacy) response shapes for version compatibility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971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lib/chroma.ts — Vector Memory Store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8595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37560"/>
            <a:ext cx="54864" cy="7498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storePersonaMemories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every persona message via Ollama, upserts with composite ID (personaName:sha1). Metadata: personaName, author, timestamp. Idempotent — re-running never creates duplicates.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206240"/>
            <a:ext cx="54864" cy="74980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queryPersonaMemories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user message, queries Chroma with $eq filter on personaName, returns top-K results with cosine-distance scores surfaced in the UI.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API Route Logic  ·  app/api/personas/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/api/personas  —  Persona Creation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personaName + chatHistory; return 400 if missing or persona not found in chat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PersonaSummary: total messages, average word count, all unique authors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buildPersonalityProfile (Ollama LLaMA 3) → structured JSON PersonalityProfile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storePersonaMemories (Chroma) → upsert all vectors; return stored count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752344"/>
            <a:ext cx="85953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752344"/>
            <a:ext cx="8595360" cy="34747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7523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/api/personas/chat  —  RAG Simulation Loop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336499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personaName, message, profile; return 400 if any field missing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user message → query Chroma for top-5 semantically nearest persona memories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prompt: PersonalityProfile JSON + retrieved memories + user message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generateWithOllama → return reply + retrieved context with distance scores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include the relevant service URL in 500 error messages for easy local debugging.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Frontend  ·  components/ditto-studio.tsx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component — useState for all state, useTransition for async LLM calls (keeps UI responsive during 10–40 s inference).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2062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64008" cy="14813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53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Regex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CHAT_LINE_REGEX is replicated in the component so persona name options (unique authors) are extracted immediately on upload — no network round-trip needed before showing the speaker selector.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2062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1872"/>
            <a:ext cx="64008" cy="148132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53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6479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hasValidChatFormat runs a lightweight regex test before accepting a file. Non-WhatsApp files are rejected client-side before any API call is made.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89504"/>
            <a:ext cx="42062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9504"/>
            <a:ext cx="64008" cy="1481328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8094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 Accumulation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appends a { role, content } pair to chatTurns, building a persistent conversation thread within the session without any backend session state.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889504"/>
            <a:ext cx="420624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9504"/>
            <a:ext cx="64008" cy="14813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8094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 Library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39242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composed of shadcn/ui primitives (Card, Button, Textarea, Badge, Alert, ScrollArea, RadioGroup) with Tailwind CSS v4 and dark mode via next-themes.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304288"/>
            <a:ext cx="4572000" cy="5486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200" kern="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DITTO: Digital Twin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privacy-preserving AI system for building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personality-grounded conversational personas from chat history.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 ·  Ollama / LLaMA 3  ·  ChromaDB  ·  nomic-embed-text  ·  RAG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DITTO: Digital Twin Studio</dc:title>
  <dc:subject>PptxGenJS Presentation</dc:subject>
  <dc:creator>PptxGenJS</dc:creator>
  <cp:lastModifiedBy>PptxGenJS</cp:lastModifiedBy>
  <cp:revision>1</cp:revision>
  <dcterms:created xsi:type="dcterms:W3CDTF">2026-03-29T10:23:07Z</dcterms:created>
  <dcterms:modified xsi:type="dcterms:W3CDTF">2026-03-29T10:23:07Z</dcterms:modified>
</cp:coreProperties>
</file>